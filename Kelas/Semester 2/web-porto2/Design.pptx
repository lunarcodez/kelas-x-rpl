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028" y="3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0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1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0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2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0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42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2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2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0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71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383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6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54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54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1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55AE9E-6166-45AB-92E4-E72221C82AD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E4906BE-A744-4B65-B69A-10614FA8A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13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1682-B82E-ABA2-0F68-55F7AC9E3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Laravel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D881D-383A-05F3-ADD3-3C6CAF15F8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Mockup Design</a:t>
            </a:r>
          </a:p>
        </p:txBody>
      </p:sp>
    </p:spTree>
    <p:extLst>
      <p:ext uri="{BB962C8B-B14F-4D97-AF65-F5344CB8AC3E}">
        <p14:creationId xmlns:p14="http://schemas.microsoft.com/office/powerpoint/2010/main" val="243357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2183-20C0-756A-7C26-F0A1E2C9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2DA1E-46B7-C52F-0BBA-FFC2703106E7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B8228-1C46-8B6C-A1FA-B463B99635F7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83C3C9-2FF6-02A3-3684-C5665602C2B8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8BC77-D5D7-017F-7AE3-EC6C5EDE46ED}"/>
              </a:ext>
            </a:extLst>
          </p:cNvPr>
          <p:cNvSpPr txBox="1"/>
          <p:nvPr/>
        </p:nvSpPr>
        <p:spPr>
          <a:xfrm>
            <a:off x="5515548" y="4191001"/>
            <a:ext cx="1160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1">
                <a:latin typeface="Arial" panose="020B0604020202020204" pitchFamily="34" charset="0"/>
                <a:cs typeface="Arial" panose="020B0604020202020204" pitchFamily="34" charset="0"/>
              </a:rPr>
              <a:t>Hello :)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962E1-6D4D-42FC-0AD2-DED769E42DF9}"/>
              </a:ext>
            </a:extLst>
          </p:cNvPr>
          <p:cNvSpPr txBox="1"/>
          <p:nvPr/>
        </p:nvSpPr>
        <p:spPr>
          <a:xfrm>
            <a:off x="3015513" y="4525721"/>
            <a:ext cx="61609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noProof="1">
                <a:latin typeface="Arial" panose="020B0604020202020204" pitchFamily="34" charset="0"/>
                <a:cs typeface="Arial" panose="020B0604020202020204" pitchFamily="34" charset="0"/>
              </a:rPr>
              <a:t>Welcome to My Portfolio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A4E7A-9AB7-7B94-4925-BD34FF7145DA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 About    Creation    Journey    Funfact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C1DC8-2C3E-7B6D-A542-13C8C9B9F8D4}"/>
              </a:ext>
            </a:extLst>
          </p:cNvPr>
          <p:cNvSpPr/>
          <p:nvPr/>
        </p:nvSpPr>
        <p:spPr>
          <a:xfrm>
            <a:off x="340481" y="849083"/>
            <a:ext cx="2576332" cy="16248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B4439-57DE-AB41-C502-F66FC6E0469D}"/>
              </a:ext>
            </a:extLst>
          </p:cNvPr>
          <p:cNvSpPr txBox="1"/>
          <p:nvPr/>
        </p:nvSpPr>
        <p:spPr>
          <a:xfrm>
            <a:off x="473161" y="917395"/>
            <a:ext cx="2310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First 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92EE5A-37B4-D4F3-2C6E-FCF94000472D}"/>
              </a:ext>
            </a:extLst>
          </p:cNvPr>
          <p:cNvSpPr/>
          <p:nvPr/>
        </p:nvSpPr>
        <p:spPr>
          <a:xfrm>
            <a:off x="632948" y="2105546"/>
            <a:ext cx="787400" cy="29464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B43F32-1E0F-5283-3920-2C07D583BBAF}"/>
              </a:ext>
            </a:extLst>
          </p:cNvPr>
          <p:cNvSpPr/>
          <p:nvPr/>
        </p:nvSpPr>
        <p:spPr>
          <a:xfrm>
            <a:off x="1753534" y="2105546"/>
            <a:ext cx="787400" cy="29464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2F733C-09D5-F6A4-C78B-AFC5CEAC5FBB}"/>
              </a:ext>
            </a:extLst>
          </p:cNvPr>
          <p:cNvCxnSpPr/>
          <p:nvPr/>
        </p:nvCxnSpPr>
        <p:spPr>
          <a:xfrm>
            <a:off x="588282" y="1317505"/>
            <a:ext cx="19953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3D87B8-9AA8-265A-826B-A6B26AE2F779}"/>
              </a:ext>
            </a:extLst>
          </p:cNvPr>
          <p:cNvSpPr txBox="1"/>
          <p:nvPr/>
        </p:nvSpPr>
        <p:spPr>
          <a:xfrm>
            <a:off x="588282" y="1375659"/>
            <a:ext cx="199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  <a:p>
            <a:pPr algn="ctr"/>
            <a:r>
              <a:rPr lang="en-US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0922BE-7072-BC86-3586-9A0B0DA5A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4079">
            <a:off x="4980797" y="1951675"/>
            <a:ext cx="2273354" cy="227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3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9DA5-884A-553E-A229-61F2D08D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B8B3B0-51B6-CB17-EF21-2EC94AFD8B79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1FEB2-011A-AC5C-E4B7-B90A6733F5DA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FB98CF-3212-0AB6-1824-238FE9FA0D59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23F62-5BB3-9AAF-71CD-F6EBE210E406}"/>
              </a:ext>
            </a:extLst>
          </p:cNvPr>
          <p:cNvSpPr txBox="1"/>
          <p:nvPr/>
        </p:nvSpPr>
        <p:spPr>
          <a:xfrm>
            <a:off x="4267775" y="4191001"/>
            <a:ext cx="3656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1">
                <a:latin typeface="Arial" panose="020B0604020202020204" pitchFamily="34" charset="0"/>
                <a:cs typeface="Arial" panose="020B0604020202020204" pitchFamily="34" charset="0"/>
              </a:rPr>
              <a:t>It’s me! Erik Yanuar Putra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85A0E-3DDF-3D7C-4213-A5EF501C615C}"/>
              </a:ext>
            </a:extLst>
          </p:cNvPr>
          <p:cNvSpPr txBox="1"/>
          <p:nvPr/>
        </p:nvSpPr>
        <p:spPr>
          <a:xfrm>
            <a:off x="3334573" y="4525721"/>
            <a:ext cx="55228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noProof="1">
                <a:latin typeface="Arial" panose="020B0604020202020204" pitchFamily="34" charset="0"/>
                <a:cs typeface="Arial" panose="020B0604020202020204" pitchFamily="34" charset="0"/>
              </a:rPr>
              <a:t>I am an Anonymous :)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996DD-27AF-31E1-D34C-9359829CF5F9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 About    Creation    Journey    Funfact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F7068-F2E0-E876-89D2-3BE359BA4552}"/>
              </a:ext>
            </a:extLst>
          </p:cNvPr>
          <p:cNvSpPr/>
          <p:nvPr/>
        </p:nvSpPr>
        <p:spPr>
          <a:xfrm>
            <a:off x="340481" y="849083"/>
            <a:ext cx="2576332" cy="16248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85346-84A8-EEAD-2DB0-52A420BC72BC}"/>
              </a:ext>
            </a:extLst>
          </p:cNvPr>
          <p:cNvSpPr txBox="1"/>
          <p:nvPr/>
        </p:nvSpPr>
        <p:spPr>
          <a:xfrm>
            <a:off x="473161" y="917395"/>
            <a:ext cx="2310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E0D67C-712F-267B-25C1-818A4E802EDA}"/>
              </a:ext>
            </a:extLst>
          </p:cNvPr>
          <p:cNvSpPr/>
          <p:nvPr/>
        </p:nvSpPr>
        <p:spPr>
          <a:xfrm>
            <a:off x="632948" y="2105546"/>
            <a:ext cx="787400" cy="29464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EBD2C8-7BC9-0CD3-9A81-ADEBED0A7C20}"/>
              </a:ext>
            </a:extLst>
          </p:cNvPr>
          <p:cNvSpPr/>
          <p:nvPr/>
        </p:nvSpPr>
        <p:spPr>
          <a:xfrm>
            <a:off x="1753534" y="2105546"/>
            <a:ext cx="787400" cy="29464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03E1DB-8EDE-6B7A-1BD1-6463258550C1}"/>
              </a:ext>
            </a:extLst>
          </p:cNvPr>
          <p:cNvCxnSpPr/>
          <p:nvPr/>
        </p:nvCxnSpPr>
        <p:spPr>
          <a:xfrm>
            <a:off x="588282" y="1317505"/>
            <a:ext cx="19953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2096CF-1280-BCF9-91E8-9255146C7F50}"/>
              </a:ext>
            </a:extLst>
          </p:cNvPr>
          <p:cNvSpPr txBox="1"/>
          <p:nvPr/>
        </p:nvSpPr>
        <p:spPr>
          <a:xfrm>
            <a:off x="588282" y="1375659"/>
            <a:ext cx="199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  <a:p>
            <a:pPr algn="ctr"/>
            <a:r>
              <a:rPr lang="en-US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56803F-9AA7-8565-4081-14B3CB9F0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4079">
            <a:off x="4980797" y="1951675"/>
            <a:ext cx="2273354" cy="227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0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5696B-D0EA-24DD-6004-19B2039039FC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A921D-40AB-CBE7-6E96-D0AE83AE9406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542127-9D73-F35F-CB0C-6574B2C5F1E7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D1B6-4CD3-4AE6-9203-4949985012AD}"/>
              </a:ext>
            </a:extLst>
          </p:cNvPr>
          <p:cNvSpPr txBox="1"/>
          <p:nvPr/>
        </p:nvSpPr>
        <p:spPr>
          <a:xfrm>
            <a:off x="4267775" y="4191001"/>
            <a:ext cx="3656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1">
                <a:latin typeface="Arial" panose="020B0604020202020204" pitchFamily="34" charset="0"/>
                <a:cs typeface="Arial" panose="020B0604020202020204" pitchFamily="34" charset="0"/>
              </a:rPr>
              <a:t>It’s me! Erik Yanuar Putra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41CE9-F462-A1EB-EF42-1D197D5A5E8A}"/>
              </a:ext>
            </a:extLst>
          </p:cNvPr>
          <p:cNvSpPr txBox="1"/>
          <p:nvPr/>
        </p:nvSpPr>
        <p:spPr>
          <a:xfrm>
            <a:off x="3334573" y="4525721"/>
            <a:ext cx="55228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noProof="1">
                <a:latin typeface="Arial" panose="020B0604020202020204" pitchFamily="34" charset="0"/>
                <a:cs typeface="Arial" panose="020B0604020202020204" pitchFamily="34" charset="0"/>
              </a:rPr>
              <a:t>I am an Anonymous :)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1A21F5-5663-8146-44F4-7924F8C8C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4079">
            <a:off x="4980797" y="1951675"/>
            <a:ext cx="2273354" cy="22733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DCE345-331D-07F6-47DB-24BEAD3B2A65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 About    Creation    Journey    Funfact   </a:t>
            </a:r>
          </a:p>
        </p:txBody>
      </p:sp>
    </p:spTree>
    <p:extLst>
      <p:ext uri="{BB962C8B-B14F-4D97-AF65-F5344CB8AC3E}">
        <p14:creationId xmlns:p14="http://schemas.microsoft.com/office/powerpoint/2010/main" val="327176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30F42-DFE0-3576-6C42-FDE3D415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FFEE0A-5D26-D74E-44D9-F22AABA881E4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7BEBC-B629-F020-B22B-517CFE044276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AFFA80-6AE1-406C-CD0A-6FA313C1FDCA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8E102-92F7-BD02-9AF6-805754E0F139}"/>
              </a:ext>
            </a:extLst>
          </p:cNvPr>
          <p:cNvSpPr txBox="1"/>
          <p:nvPr/>
        </p:nvSpPr>
        <p:spPr>
          <a:xfrm>
            <a:off x="3940223" y="1270894"/>
            <a:ext cx="4311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1">
                <a:latin typeface="Arial" panose="020B0604020202020204" pitchFamily="34" charset="0"/>
                <a:cs typeface="Arial" panose="020B0604020202020204" pitchFamily="34" charset="0"/>
              </a:rPr>
              <a:t>Let’s Get in Know 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9F64CB-24A2-4F91-B0AF-B72D195CCC46}"/>
              </a:ext>
            </a:extLst>
          </p:cNvPr>
          <p:cNvSpPr/>
          <p:nvPr/>
        </p:nvSpPr>
        <p:spPr>
          <a:xfrm>
            <a:off x="1752600" y="4152900"/>
            <a:ext cx="3995056" cy="198592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4B2CB7-9484-2097-EE6C-5EF090984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886" y="2248386"/>
            <a:ext cx="1486572" cy="1486572"/>
          </a:xfrm>
          <a:prstGeom prst="ellipse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28B7A91-4BCB-0645-A3EB-F698E600E2E8}"/>
              </a:ext>
            </a:extLst>
          </p:cNvPr>
          <p:cNvSpPr/>
          <p:nvPr/>
        </p:nvSpPr>
        <p:spPr>
          <a:xfrm>
            <a:off x="6455231" y="2187310"/>
            <a:ext cx="3995056" cy="395151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9B6871-BF95-B338-B35E-06EC188EA5B2}"/>
              </a:ext>
            </a:extLst>
          </p:cNvPr>
          <p:cNvSpPr/>
          <p:nvPr/>
        </p:nvSpPr>
        <p:spPr>
          <a:xfrm>
            <a:off x="3516086" y="2427514"/>
            <a:ext cx="960664" cy="348343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D6FF5F-F907-E4E0-6ADE-11C5413C0996}"/>
              </a:ext>
            </a:extLst>
          </p:cNvPr>
          <p:cNvSpPr/>
          <p:nvPr/>
        </p:nvSpPr>
        <p:spPr>
          <a:xfrm>
            <a:off x="4631870" y="2427513"/>
            <a:ext cx="989241" cy="348343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32BC2D-70D5-4381-B88B-BDC631DD84AC}"/>
              </a:ext>
            </a:extLst>
          </p:cNvPr>
          <p:cNvSpPr/>
          <p:nvPr/>
        </p:nvSpPr>
        <p:spPr>
          <a:xfrm>
            <a:off x="3516086" y="2933326"/>
            <a:ext cx="960664" cy="348343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FD8D05-49E6-AF06-8B77-D171FAAC5FDB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Home    </a:t>
            </a:r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 Creation    Journey    Funfact   </a:t>
            </a:r>
          </a:p>
        </p:txBody>
      </p:sp>
    </p:spTree>
    <p:extLst>
      <p:ext uri="{BB962C8B-B14F-4D97-AF65-F5344CB8AC3E}">
        <p14:creationId xmlns:p14="http://schemas.microsoft.com/office/powerpoint/2010/main" val="321143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14AB-6E69-4617-D1DC-ED94C2FE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34542F-5AA0-966D-DFE8-E2C86BED130E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9E9F-7CE2-3DFB-1A22-E65D727F757C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0792F-C0DE-D1C0-D429-2CBD0EB282FA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FF28E-A8E8-54EC-6FA4-D0CFFA0F4F83}"/>
              </a:ext>
            </a:extLst>
          </p:cNvPr>
          <p:cNvSpPr txBox="1"/>
          <p:nvPr/>
        </p:nvSpPr>
        <p:spPr>
          <a:xfrm>
            <a:off x="4114532" y="1270894"/>
            <a:ext cx="39629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1">
                <a:latin typeface="Arial" panose="020B0604020202020204" pitchFamily="34" charset="0"/>
                <a:cs typeface="Arial" panose="020B0604020202020204" pitchFamily="34" charset="0"/>
              </a:rPr>
              <a:t>Stunning Creations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69B88-3EA2-16BC-1CA7-FA8C9C42C69D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Home    About    </a:t>
            </a:r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 Journey    Funfact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12AB4-3D68-5563-AE5B-ECC11C2DB496}"/>
              </a:ext>
            </a:extLst>
          </p:cNvPr>
          <p:cNvSpPr/>
          <p:nvPr/>
        </p:nvSpPr>
        <p:spPr>
          <a:xfrm>
            <a:off x="1741026" y="4522235"/>
            <a:ext cx="2576332" cy="10648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9EF1B5-CBBC-137E-9266-A9554EAEF692}"/>
              </a:ext>
            </a:extLst>
          </p:cNvPr>
          <p:cNvSpPr/>
          <p:nvPr/>
        </p:nvSpPr>
        <p:spPr>
          <a:xfrm>
            <a:off x="1741026" y="2704705"/>
            <a:ext cx="2576332" cy="181753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DB30B5-0CD0-6C7F-884F-38C320430726}"/>
              </a:ext>
            </a:extLst>
          </p:cNvPr>
          <p:cNvSpPr/>
          <p:nvPr/>
        </p:nvSpPr>
        <p:spPr>
          <a:xfrm>
            <a:off x="4801704" y="2704705"/>
            <a:ext cx="2576332" cy="181753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D1C2F-B4BA-E91D-26BB-943B52696CCD}"/>
              </a:ext>
            </a:extLst>
          </p:cNvPr>
          <p:cNvSpPr/>
          <p:nvPr/>
        </p:nvSpPr>
        <p:spPr>
          <a:xfrm>
            <a:off x="7851494" y="2704705"/>
            <a:ext cx="2576332" cy="181753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87EC89-6134-2BF7-56E9-A6738E29A541}"/>
              </a:ext>
            </a:extLst>
          </p:cNvPr>
          <p:cNvSpPr/>
          <p:nvPr/>
        </p:nvSpPr>
        <p:spPr>
          <a:xfrm>
            <a:off x="1741026" y="2257063"/>
            <a:ext cx="2576332" cy="428597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508211-3142-702D-6A2C-BA08129FE34C}"/>
              </a:ext>
            </a:extLst>
          </p:cNvPr>
          <p:cNvSpPr/>
          <p:nvPr/>
        </p:nvSpPr>
        <p:spPr>
          <a:xfrm>
            <a:off x="4807834" y="4542649"/>
            <a:ext cx="2576332" cy="10648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DD35AF-D972-0B29-5E67-1FE6A3C72C73}"/>
              </a:ext>
            </a:extLst>
          </p:cNvPr>
          <p:cNvSpPr/>
          <p:nvPr/>
        </p:nvSpPr>
        <p:spPr>
          <a:xfrm>
            <a:off x="4807834" y="2277477"/>
            <a:ext cx="2576332" cy="428597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2C10F-5E45-A471-982F-FFBC232DE3B9}"/>
              </a:ext>
            </a:extLst>
          </p:cNvPr>
          <p:cNvSpPr/>
          <p:nvPr/>
        </p:nvSpPr>
        <p:spPr>
          <a:xfrm>
            <a:off x="7845364" y="4522235"/>
            <a:ext cx="2576332" cy="10648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0DE6EB-62FF-22A7-F473-FDD09D3C36ED}"/>
              </a:ext>
            </a:extLst>
          </p:cNvPr>
          <p:cNvSpPr/>
          <p:nvPr/>
        </p:nvSpPr>
        <p:spPr>
          <a:xfrm>
            <a:off x="7845364" y="2257063"/>
            <a:ext cx="2576332" cy="428597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2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04B72-23AA-F4D5-1503-4858BEE3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696135-9790-F88E-E6B2-027A65F7F852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373C2-67E0-5A73-B1E5-7570AD58EC99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29C3FA9-7993-A320-A19B-DAD5B7721A15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50D3B-78B8-F3C4-6EBD-9AB0753D004A}"/>
              </a:ext>
            </a:extLst>
          </p:cNvPr>
          <p:cNvSpPr txBox="1"/>
          <p:nvPr/>
        </p:nvSpPr>
        <p:spPr>
          <a:xfrm>
            <a:off x="4512876" y="1270894"/>
            <a:ext cx="31662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1">
                <a:latin typeface="Arial" panose="020B0604020202020204" pitchFamily="34" charset="0"/>
                <a:cs typeface="Arial" panose="020B0604020202020204" pitchFamily="34" charset="0"/>
              </a:rPr>
              <a:t>Future Journey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146B6-8B96-EE56-F6D8-61CAB2B5820A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Home    About    Creation    </a:t>
            </a:r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 Funfact   </a:t>
            </a:r>
          </a:p>
        </p:txBody>
      </p:sp>
    </p:spTree>
    <p:extLst>
      <p:ext uri="{BB962C8B-B14F-4D97-AF65-F5344CB8AC3E}">
        <p14:creationId xmlns:p14="http://schemas.microsoft.com/office/powerpoint/2010/main" val="199530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54C1-FF01-B7C4-9577-94B0B4CB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08296-2AEB-EA60-B0F2-77A47543E3E2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98868-2C13-D97F-839E-07BBC807EB13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9FEBCC-0408-DDBB-40A9-2F3CB80576F5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CEE1E-15BF-8A50-2481-B2EAE630995E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Home    About    Creation    Journey    </a:t>
            </a:r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Funfact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25B8C-A241-B35A-EE1C-8BE53849A87C}"/>
              </a:ext>
            </a:extLst>
          </p:cNvPr>
          <p:cNvSpPr txBox="1"/>
          <p:nvPr/>
        </p:nvSpPr>
        <p:spPr>
          <a:xfrm>
            <a:off x="3815989" y="1270894"/>
            <a:ext cx="4560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1">
                <a:latin typeface="Arial" panose="020B0604020202020204" pitchFamily="34" charset="0"/>
                <a:cs typeface="Arial" panose="020B0604020202020204" pitchFamily="34" charset="0"/>
              </a:rPr>
              <a:t>Funfacts About Myself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A58E1B-2932-3514-0900-797386667333}"/>
              </a:ext>
            </a:extLst>
          </p:cNvPr>
          <p:cNvSpPr/>
          <p:nvPr/>
        </p:nvSpPr>
        <p:spPr>
          <a:xfrm>
            <a:off x="1752599" y="2187310"/>
            <a:ext cx="7240929" cy="124169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4D23E2-CFDA-62D0-B26F-B3DB33F5CE5D}"/>
              </a:ext>
            </a:extLst>
          </p:cNvPr>
          <p:cNvSpPr/>
          <p:nvPr/>
        </p:nvSpPr>
        <p:spPr>
          <a:xfrm>
            <a:off x="3209358" y="3760641"/>
            <a:ext cx="7240929" cy="124169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F46AE8-E119-A219-8355-8AFC1E0DDDB1}"/>
              </a:ext>
            </a:extLst>
          </p:cNvPr>
          <p:cNvSpPr/>
          <p:nvPr/>
        </p:nvSpPr>
        <p:spPr>
          <a:xfrm>
            <a:off x="1741713" y="5333972"/>
            <a:ext cx="7240929" cy="124169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3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08F2-CE51-7D6F-F75E-75C491EC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829889-8821-D258-17E2-ED1FCD1365D8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1849F-83AA-BE2C-AC95-3B740ECF2A39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5D0A3B8-DF38-C075-D8CD-D4A7EF1C2033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00329-2B54-A0C0-26FA-7DFC5E4EBC73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Home    About    Creation    Journey    </a:t>
            </a:r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Funfact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A17610-ABD3-3180-F37B-D2F14DF91EAC}"/>
              </a:ext>
            </a:extLst>
          </p:cNvPr>
          <p:cNvSpPr/>
          <p:nvPr/>
        </p:nvSpPr>
        <p:spPr>
          <a:xfrm>
            <a:off x="0" y="4865914"/>
            <a:ext cx="12192000" cy="199208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2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C63F-69EF-0ADA-274D-1CF8560F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92058D-468F-38A8-CB4F-A722C3171230}"/>
              </a:ext>
            </a:extLst>
          </p:cNvPr>
          <p:cNvSpPr/>
          <p:nvPr/>
        </p:nvSpPr>
        <p:spPr>
          <a:xfrm>
            <a:off x="0" y="0"/>
            <a:ext cx="12192000" cy="849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5D2F6-57B6-C4FA-0B39-DC50CA6CAF0E}"/>
              </a:ext>
            </a:extLst>
          </p:cNvPr>
          <p:cNvSpPr txBox="1"/>
          <p:nvPr/>
        </p:nvSpPr>
        <p:spPr>
          <a:xfrm>
            <a:off x="315686" y="193710"/>
            <a:ext cx="20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2B8F00-EAE3-4DE6-313E-B10A12D862CD}"/>
              </a:ext>
            </a:extLst>
          </p:cNvPr>
          <p:cNvSpPr/>
          <p:nvPr/>
        </p:nvSpPr>
        <p:spPr>
          <a:xfrm>
            <a:off x="340481" y="172402"/>
            <a:ext cx="495602" cy="504279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92DA2-D1C4-EA0D-90E4-30806688E1B4}"/>
              </a:ext>
            </a:extLst>
          </p:cNvPr>
          <p:cNvSpPr txBox="1"/>
          <p:nvPr/>
        </p:nvSpPr>
        <p:spPr>
          <a:xfrm>
            <a:off x="6540500" y="224486"/>
            <a:ext cx="5651500" cy="40011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Home    About    Creation    Journey    </a:t>
            </a:r>
            <a:r>
              <a:rPr lang="en-US" sz="2000" noProof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Funfact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0B723-655F-CB13-3ACE-92D679DAE677}"/>
              </a:ext>
            </a:extLst>
          </p:cNvPr>
          <p:cNvSpPr txBox="1"/>
          <p:nvPr/>
        </p:nvSpPr>
        <p:spPr>
          <a:xfrm>
            <a:off x="3815989" y="1270894"/>
            <a:ext cx="4560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noProof="1">
                <a:latin typeface="Arial" panose="020B0604020202020204" pitchFamily="34" charset="0"/>
                <a:cs typeface="Arial" panose="020B0604020202020204" pitchFamily="34" charset="0"/>
              </a:rPr>
              <a:t>Funfacts About Myself</a:t>
            </a:r>
          </a:p>
        </p:txBody>
      </p:sp>
    </p:spTree>
    <p:extLst>
      <p:ext uri="{BB962C8B-B14F-4D97-AF65-F5344CB8AC3E}">
        <p14:creationId xmlns:p14="http://schemas.microsoft.com/office/powerpoint/2010/main" val="29031746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246</TotalTime>
  <Words>113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Wingdings 2</vt:lpstr>
      <vt:lpstr>Slate</vt:lpstr>
      <vt:lpstr>Laravel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erika.dayshi@gmail.com</dc:creator>
  <cp:lastModifiedBy>erika.dayshi@gmail.com</cp:lastModifiedBy>
  <cp:revision>5</cp:revision>
  <dcterms:created xsi:type="dcterms:W3CDTF">2026-05-11T01:13:26Z</dcterms:created>
  <dcterms:modified xsi:type="dcterms:W3CDTF">2026-05-25T02:26:10Z</dcterms:modified>
</cp:coreProperties>
</file>